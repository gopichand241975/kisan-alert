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3" name="Image 0" descr="image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9245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KISAN ALERT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Water, Crop &amp; Advisory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Voice-and-photo crop diagnosis and irrigation advisory for small and marginal farmers, in their own language.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Communities  ·  Kisan Alert Track  ·  Built by Gopichand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marginal farmers lose crops and money every season — not from lack of effort, but from lack of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585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choices based on habit or hearsay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soil health, groundwater, or rainfall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358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monsoons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192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timing irrigation and planting a guessing game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130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expert help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disease or pest appears on a crop</a:t>
            </a:r>
            <a:endParaRPr lang="en-US" sz="1200" dirty="0"/>
          </a:p>
        </p:txBody>
      </p:sp>
      <p:pic>
        <p:nvPicPr>
          <p:cNvPr id="13" name="Image 0" descr="images/lea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234440"/>
            <a:ext cx="4480560" cy="448056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04088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tomato leaf blight — this exact problem, unaddressed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5577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was submitted directly by a Member of Parliament's office — a real problem for real constituents.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voice-and-photo agricultural intelligence platform, in Indic languages.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731520" cy="731520"/>
          </a:xfrm>
          <a:prstGeom prst="ellipse">
            <a:avLst/>
          </a:prstGeom>
          <a:solidFill>
            <a:srgbClr val="E4EFE0"/>
          </a:solidFill>
          <a:ln/>
        </p:spPr>
      </p:sp>
      <p:pic>
        <p:nvPicPr>
          <p:cNvPr id="6" name="Image 0" descr="images/camera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3884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Diagnosis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 a description + upload a photo. Gemini diagnoses the issue and speaks the advisory back.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349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286000"/>
            <a:ext cx="731520" cy="731520"/>
          </a:xfrm>
          <a:prstGeom prst="ellipse">
            <a:avLst/>
          </a:prstGeom>
          <a:solidFill>
            <a:srgbClr val="E4EFE0"/>
          </a:solidFill>
          <a:ln/>
        </p:spPr>
      </p:sp>
      <p:pic>
        <p:nvPicPr>
          <p:cNvPr id="12" name="Image 1" descr="images/rain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238841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Irrigation Advisory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8404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rainfall forecast per village. Dry-spell alerts nudge irrigation before damage happens.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5349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286000"/>
            <a:ext cx="731520" cy="731520"/>
          </a:xfrm>
          <a:prstGeom prst="ellipse">
            <a:avLst/>
          </a:prstGeom>
          <a:solidFill>
            <a:srgbClr val="F0F0F0"/>
          </a:solidFill>
          <a:ln/>
        </p:spPr>
      </p:sp>
      <p:pic>
        <p:nvPicPr>
          <p:cNvPr id="18" name="Image 2" descr="images/seedling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388413"/>
            <a:ext cx="526694" cy="5266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38404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soil data to suggest what to plant. Designed for Phase 2, shares the same data model.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66760" y="5349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Farmer's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2011680"/>
            <a:ext cx="685800" cy="68580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5" name="Image 0" descr="image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076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describes the crop problem, in their own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0048" y="3474720"/>
            <a:ext cx="32918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17520" y="17373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3A703B"/>
          </a:solidFill>
          <a:ln/>
        </p:spPr>
      </p:sp>
      <p:sp>
        <p:nvSpPr>
          <p:cNvPr id="11" name="Shape 8"/>
          <p:cNvSpPr/>
          <p:nvPr/>
        </p:nvSpPr>
        <p:spPr>
          <a:xfrm>
            <a:off x="3726180" y="201168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mages/camer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1076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15468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154680" y="3520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 affected leaf, stem, or fruit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38928" y="3474720"/>
            <a:ext cx="32918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0" y="17373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2C5F2D"/>
          </a:solidFill>
          <a:ln/>
        </p:spPr>
      </p:sp>
      <p:sp>
        <p:nvSpPr>
          <p:cNvPr id="18" name="Shape 14"/>
          <p:cNvSpPr/>
          <p:nvPr/>
        </p:nvSpPr>
        <p:spPr>
          <a:xfrm>
            <a:off x="6195060" y="2011680"/>
            <a:ext cx="685800" cy="68580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19" name="Image 2" descr="image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0769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2356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235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623560" y="3520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analyzes photo + description together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607808" y="3474720"/>
            <a:ext cx="32918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955280" y="17373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3A703B"/>
          </a:solidFill>
          <a:ln/>
        </p:spPr>
      </p:sp>
      <p:sp>
        <p:nvSpPr>
          <p:cNvPr id="25" name="Shape 20"/>
          <p:cNvSpPr/>
          <p:nvPr/>
        </p:nvSpPr>
        <p:spPr>
          <a:xfrm>
            <a:off x="8663940" y="201168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3" descr="images/speak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10769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09244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answer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092440" y="3520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spoken back in the farmer's language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076688" y="3474720"/>
            <a:ext cx="32918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424160" y="173736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2C5F2D"/>
          </a:solidFill>
          <a:ln/>
        </p:spPr>
      </p:sp>
      <p:sp>
        <p:nvSpPr>
          <p:cNvPr id="32" name="Shape 26"/>
          <p:cNvSpPr/>
          <p:nvPr/>
        </p:nvSpPr>
        <p:spPr>
          <a:xfrm>
            <a:off x="11132820" y="2011680"/>
            <a:ext cx="685800" cy="68580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33" name="Image 4" descr="images/doc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2" y="2107692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5613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05613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follow-up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561320" y="3520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Uncertain/severe cases flagged to the local RSK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different entry: for weather advisory, the farmer just enters their village name instead.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— Live and Working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tested end-to-end — not a mockup.</a:t>
            </a:r>
            <a:endParaRPr lang="en-US" sz="1400" dirty="0"/>
          </a:p>
        </p:txBody>
      </p:sp>
      <p:pic>
        <p:nvPicPr>
          <p:cNvPr id="4" name="Image 0" descr="images/farmer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4842803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voice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87168" y="2331720"/>
            <a:ext cx="28346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278892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(multimodal)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7448" y="2331720"/>
            <a:ext cx="28346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2920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A70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(translated)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67728" y="2331720"/>
            <a:ext cx="28346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26948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08008" y="2331720"/>
            <a:ext cx="283464" cy="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50976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E4EFE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0976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log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RSK flag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91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Gemini call replaces three separate APIs: it reads audio directly (no separate Speech-to-Text), reasons over the image, and writes the response in the target language (no separate Translation API).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native speech generation converts the advisory to spoken audio in the farmer's own language.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9379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automatically triaged: low-confidence or serious diagnoses are flagged for a human Rythu Seva Kendra expert — the AI knows when not to be the final word.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Built Entirely on Free Tiers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38912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+ voice + translation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(Google AI Studio)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— no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forecast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— no key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(Firebase Spark plan)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— no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(native mic recording)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Community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credit card, zero subscription — from local build to public deployment.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1965960"/>
            <a:ext cx="822960" cy="822960"/>
          </a:xfrm>
          <a:prstGeom prst="ellipse">
            <a:avLst/>
          </a:prstGeom>
          <a:solidFill>
            <a:srgbClr val="E4EFE0"/>
          </a:solidFill>
          <a:ln/>
        </p:spPr>
      </p:sp>
      <p:pic>
        <p:nvPicPr>
          <p:cNvPr id="5" name="Image 0" descr="images/users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454" y="208117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marginal farmers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India's farming population, most exposed to crop loss from guesswork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rgbClr val="E4EFE0"/>
          </a:solidFill>
          <a:ln/>
        </p:spPr>
      </p:sp>
      <p:pic>
        <p:nvPicPr>
          <p:cNvPr id="10" name="Image 1" descr="images/pin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94" y="2081174"/>
            <a:ext cx="592531" cy="5925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Rythu Seva Kendra network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government infrastructure — no new institution needed, just a smarter front door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18320" y="1965960"/>
            <a:ext cx="822960" cy="822960"/>
          </a:xfrm>
          <a:prstGeom prst="ellipse">
            <a:avLst/>
          </a:prstGeom>
          <a:solidFill>
            <a:srgbClr val="E4EFE0"/>
          </a:solidFill>
          <a:ln/>
        </p:spPr>
      </p:sp>
      <p:pic>
        <p:nvPicPr>
          <p:cNvPr id="15" name="Image 2" descr="images/mobile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534" y="2081174"/>
            <a:ext cx="592531" cy="592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smartphone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2104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 or sensors — camera and microphone are enough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alone has thousands of Rythu Seva Kendras — each one a potential pilot site.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Deployable, Not Just a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4" name="Image 0" descr="image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1533449"/>
            <a:ext cx="362102" cy="3621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44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infrastructure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free tiers — a district or MP's office can pilot this with no procurement, no budget approval cycle.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8" name="Image 1" descr="image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2585009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496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institutional handoff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834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directly into Rythu Seva Kendras, an existing network — not a parallel system that needs new staff or training.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12" name="Image 2" descr="image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3636569"/>
            <a:ext cx="362102" cy="3621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5478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handling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3886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and errors are caught and shown as calm messages, not crashes — built for real users, not just a demo.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16" name="Image 3" descr="image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9" y="4688129"/>
            <a:ext cx="362102" cy="3621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5994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4937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farmer's existing smartphone — camera and mic only.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Pilot — Scale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1907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Weather Advisory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21214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core flows, deployed and tested — the foundation for everything below.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821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3154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358444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soil data (Earth Engine) to recommend what to plant, writing into the same Firestore schema.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4EFE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6451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617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 Gateway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504748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farmers without smartphones — same diagnosis pipeline, different entry point.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shares the same farmers/cases data model — no rebuild, just extension.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 ·  Code for Communities  ·  Kisan Alert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A703B"/>
          </a:solidFill>
          <a:ln/>
        </p:spPr>
      </p:sp>
      <p:pic>
        <p:nvPicPr>
          <p:cNvPr id="3" name="Image 0" descr="images/trac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9245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Guesswork to Guidance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Alert turns “something is wrong with my crop” into “here's what to do, in my own language” — in under a minute, at zero infrastructure cost.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Live deployment  ·  Ready for pilot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 Alert - Smart Water, Crop &amp; Advisory System</dc:title>
  <dc:subject>PptxGenJS Presentation</dc:subject>
  <dc:creator>Gopichand</dc:creator>
  <cp:lastModifiedBy>Gopichand</cp:lastModifiedBy>
  <cp:revision>1</cp:revision>
  <dcterms:created xsi:type="dcterms:W3CDTF">2026-07-05T04:24:34Z</dcterms:created>
  <dcterms:modified xsi:type="dcterms:W3CDTF">2026-07-05T04:24:34Z</dcterms:modified>
</cp:coreProperties>
</file>